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 (60 seconds)</a:t>
            </a:r>
          </a:p>
          <a:p/>
          <a:p>
            <a:r>
              <a:t>Good [morning/afternoon/evening], everyone.</a:t>
            </a:r>
          </a:p>
          <a:p/>
          <a:p>
            <a:r>
              <a:t>My name is Shahzad Muhammad, and I am here today to present Alfalah AI —</a:t>
            </a:r>
          </a:p>
          <a:p>
            <a:r>
              <a:t>which in Arabic means "Come to Success."</a:t>
            </a:r>
          </a:p>
          <a:p/>
          <a:p>
            <a:r>
              <a:t>This platform was born from a simple but powerful belief:</a:t>
            </a:r>
          </a:p>
          <a:p>
            <a:r>
              <a:t>Every human being on this planet deserves access to world-class career guidance.</a:t>
            </a:r>
          </a:p>
          <a:p>
            <a:r>
              <a:t>Not just the privileged few. Not just people in wealthy countries.</a:t>
            </a:r>
          </a:p>
          <a:p>
            <a:r>
              <a:t>All 8 billion of us.</a:t>
            </a:r>
          </a:p>
          <a:p/>
          <a:p>
            <a:r>
              <a:t>Today I will show you how we built a free, zero-login, AI-powered career intelligence</a:t>
            </a:r>
          </a:p>
          <a:p>
            <a:r>
              <a:t>platform, running 100% on Microsoft Azure, that delivers 17 specialized career modules</a:t>
            </a:r>
          </a:p>
          <a:p>
            <a:r>
              <a:t>to professionals in every one of the 195 countries on Earth.</a:t>
            </a:r>
          </a:p>
          <a:p/>
          <a:p>
            <a:r>
              <a:t>Let me take you through the journey.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2 (90 seconds)</a:t>
            </a:r>
          </a:p>
          <a:p/>
          <a:p>
            <a:r>
              <a:t>Let me start with the reality of where we are today.</a:t>
            </a:r>
          </a:p>
          <a:p/>
          <a:p>
            <a:r>
              <a:t>1.4 billion people are unemployed or underemployed globally.</a:t>
            </a:r>
          </a:p>
          <a:p>
            <a:r>
              <a:t>That is nearly 1 in 5 people on this planet who cannot find meaningful work.</a:t>
            </a:r>
          </a:p>
          <a:p/>
          <a:p>
            <a:r>
              <a:t>87% of job seekers in emerging markets — places like Pakistan, Nigeria, Indonesia,</a:t>
            </a:r>
          </a:p>
          <a:p>
            <a:r>
              <a:t>Bangladesh — have NEVER received professional career guidance in their entire lives.</a:t>
            </a:r>
          </a:p>
          <a:p/>
          <a:p>
            <a:r>
              <a:t>Career coaches charge $200 to $500 per hour. That is completely inaccessible</a:t>
            </a:r>
          </a:p>
          <a:p>
            <a:r>
              <a:t>to someone earning $5 a day.</a:t>
            </a:r>
          </a:p>
          <a:p/>
          <a:p>
            <a:r>
              <a:t>75% of resumes are rejected by automated systems before a single human</a:t>
            </a:r>
          </a:p>
          <a:p>
            <a:r>
              <a:t>reads them. People do not even know why they are being rejected.</a:t>
            </a:r>
          </a:p>
          <a:p/>
          <a:p>
            <a:r>
              <a:t>And every existing AI career tool? Built for the US market. Maybe Canada and UK.</a:t>
            </a:r>
          </a:p>
          <a:p>
            <a:r>
              <a:t>195 countries on Earth. Tools serving maybe 5.</a:t>
            </a:r>
          </a:p>
          <a:p/>
          <a:p>
            <a:r>
              <a:t>That is the gap. That is the injustice. And that is exactly what Alfalah AI was built to solve.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3 (90 seconds)</a:t>
            </a:r>
          </a:p>
          <a:p/>
          <a:p>
            <a:r>
              <a:t>So what does Alfalah AI actually do?</a:t>
            </a:r>
          </a:p>
          <a:p/>
          <a:p>
            <a:r>
              <a:t>A user — anywhere in the world — uploads their resume.</a:t>
            </a:r>
          </a:p>
          <a:p>
            <a:r>
              <a:t>They can paste text, upload a PDF, a Word document — whatever they have.</a:t>
            </a:r>
          </a:p>
          <a:p/>
          <a:p>
            <a:r>
              <a:t>They select their country from 195 options. Their industry from 15 categories.</a:t>
            </a:r>
          </a:p>
          <a:p>
            <a:r>
              <a:t>Optionally they paste a job description they want to target.</a:t>
            </a:r>
          </a:p>
          <a:p/>
          <a:p>
            <a:r>
              <a:t>Our Azure-powered engine takes that input and in under 30 seconds —</a:t>
            </a:r>
          </a:p>
          <a:p>
            <a:r>
              <a:t>produces 17 complete career intelligence modules.</a:t>
            </a:r>
          </a:p>
          <a:p/>
          <a:p>
            <a:r>
              <a:t>Not one report. Not two. Seventeen.</a:t>
            </a:r>
          </a:p>
          <a:p/>
          <a:p>
            <a:r>
              <a:t>Resume Score. Cover Letter. Skills Gap. Visa Pathways. Salary Negotiation.</a:t>
            </a:r>
          </a:p>
          <a:p>
            <a:r>
              <a:t>Interview Prep. 30-60-90 Day Plan. And ten more.</a:t>
            </a:r>
          </a:p>
          <a:p/>
          <a:p>
            <a:r>
              <a:t>Everything is country-aware. If you are in Nigeria applying for a job in Canada,</a:t>
            </a:r>
          </a:p>
          <a:p>
            <a:r>
              <a:t>you get the Nigerian labor laws AND the Canadian visa pathways in the same analysis.</a:t>
            </a:r>
          </a:p>
          <a:p/>
          <a:p>
            <a:r>
              <a:t>And here is what makes us different: Zero data is stored.</a:t>
            </a:r>
          </a:p>
          <a:p>
            <a:r>
              <a:t>Your resume never touches a database. The moment we return results,</a:t>
            </a:r>
          </a:p>
          <a:p>
            <a:r>
              <a:t>everything is discarded. Privacy by architecture, not just by policy.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4 (60 seconds)</a:t>
            </a:r>
          </a:p>
          <a:p/>
          <a:p>
            <a:r>
              <a:t>Let me walk you through the 17 modules — and I want you to appreciate</a:t>
            </a:r>
          </a:p>
          <a:p>
            <a:r>
              <a:t>that every single one of these is generated simultaneously, in a single API call.</a:t>
            </a:r>
          </a:p>
          <a:p/>
          <a:p>
            <a:r>
              <a:t>Start with the Resume Score — a scientific ATS scoring algorithm across</a:t>
            </a:r>
          </a:p>
          <a:p>
            <a:r>
              <a:t>8 weighted dimensions. Then the Recruiter POV — we simulate the 6-second</a:t>
            </a:r>
          </a:p>
          <a:p>
            <a:r>
              <a:t>skim that a hiring manager does when they have 200 resumes on their desk.</a:t>
            </a:r>
          </a:p>
          <a:p/>
          <a:p>
            <a:r>
              <a:t>The Cover Letter, Resume Rewrite, Skills Gap — these are not templates.</a:t>
            </a:r>
          </a:p>
          <a:p>
            <a:r>
              <a:t>They are customized, quantified, specific to the user's resume, their target role,</a:t>
            </a:r>
          </a:p>
          <a:p>
            <a:r>
              <a:t>and their country.</a:t>
            </a:r>
          </a:p>
          <a:p/>
          <a:p>
            <a:r>
              <a:t>Visa Pathways is unique to us. No other free platform tells you every immigration</a:t>
            </a:r>
          </a:p>
          <a:p>
            <a:r>
              <a:t>route from your country to the job's country, with official government URLs.</a:t>
            </a:r>
          </a:p>
          <a:p/>
          <a:p>
            <a:r>
              <a:t>Salary Negotiation comes with word-for-word scripts, in the local currency of the user's country.</a:t>
            </a:r>
          </a:p>
          <a:p/>
          <a:p>
            <a:r>
              <a:t>And the Country Laws module — labor law, worker rights, ATS compliance —</a:t>
            </a:r>
          </a:p>
          <a:p>
            <a:r>
              <a:t>by country. So a job seeker in the UAE knows the rules are different than in Germany.</a:t>
            </a:r>
          </a:p>
          <a:p/>
          <a:p>
            <a:r>
              <a:t>Seventeen modules. Zero cost. That is what we deliver.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5 (90 seconds)</a:t>
            </a:r>
          </a:p>
          <a:p/>
          <a:p>
            <a:r>
              <a:t>Now let me walk you through the Azure architecture that powers all of this.</a:t>
            </a:r>
          </a:p>
          <a:p/>
          <a:p>
            <a:r>
              <a:t>At the top, the user opens their browser — any browser, any device, anywhere in the world.</a:t>
            </a:r>
          </a:p>
          <a:p>
            <a:r>
              <a:t>Our frontend is served from Azure Static Web Apps, which means it is delivered from</a:t>
            </a:r>
          </a:p>
          <a:p>
            <a:r>
              <a:t>the nearest CDN edge node. A user in Lagos, Nigeria gets the same performance</a:t>
            </a:r>
          </a:p>
          <a:p>
            <a:r>
              <a:t>as a user in Toronto, Canada.</a:t>
            </a:r>
          </a:p>
          <a:p/>
          <a:p>
            <a:r>
              <a:t>The frontend talks to our Azure Functions backend — Python v2 serverless.</a:t>
            </a:r>
          </a:p>
          <a:p>
            <a:r>
              <a:t>Six endpoints. All stateless. All auto-scaling. We pay zero when nobody is using it,</a:t>
            </a:r>
          </a:p>
          <a:p>
            <a:r>
              <a:t>and it scales to millions with no changes.</a:t>
            </a:r>
          </a:p>
          <a:p/>
          <a:p>
            <a:r>
              <a:t>The Azure Functions orchestrate four Azure services:</a:t>
            </a:r>
          </a:p>
          <a:p>
            <a:r>
              <a:t>- Azure OpenAI running GPT-4o-mini for primary AI inference</a:t>
            </a:r>
          </a:p>
          <a:p>
            <a:r>
              <a:t>- Azure AI Search for semantic and vector retrieval from our knowledge base</a:t>
            </a:r>
          </a:p>
          <a:p>
            <a:r>
              <a:t>- Azure Key Vault where every secret and API key is managed with RBAC</a:t>
            </a:r>
          </a:p>
          <a:p>
            <a:r>
              <a:t>- Azure Content Safety to moderate every AI output</a:t>
            </a:r>
          </a:p>
          <a:p/>
          <a:p>
            <a:r>
              <a:t>Below that is our RAG engine — 28 structured knowledge files,</a:t>
            </a:r>
          </a:p>
          <a:p>
            <a:r>
              <a:t>over 1 million tokens of structured career science.</a:t>
            </a:r>
          </a:p>
          <a:p/>
          <a:p>
            <a:r>
              <a:t>And our AI fallback chain — 4 providers, 8 models. If Azure OpenAI has a</a:t>
            </a:r>
          </a:p>
          <a:p>
            <a:r>
              <a:t>momentary hiccup, we switch to Gemini in under one second.</a:t>
            </a:r>
          </a:p>
          <a:p>
            <a:r>
              <a:t>If Gemini is unavailable, we fall to Grok. The platform never goes dark.</a:t>
            </a:r>
          </a:p>
          <a:p/>
          <a:p>
            <a:r>
              <a:t>Everything deploys automatically from GitHub via GitHub Actions.</a:t>
            </a:r>
          </a:p>
          <a:p>
            <a:r>
              <a:t>Zero-downtime, every push to main.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6 (60 seconds)</a:t>
            </a:r>
          </a:p>
          <a:p/>
          <a:p>
            <a:r>
              <a:t>This slide shows our complete technology stack from A to Z.</a:t>
            </a:r>
          </a:p>
          <a:p/>
          <a:p>
            <a:r>
              <a:t>In the top-left, Azure Cloud. We use nine Azure services — Static Web Apps,</a:t>
            </a:r>
          </a:p>
          <a:p>
            <a:r>
              <a:t>Functions, OpenAI, AI Search, Key Vault, Content Safety, Entra ID, Cosmos DB, and Monitor.</a:t>
            </a:r>
          </a:p>
          <a:p>
            <a:r>
              <a:t>One cloud. One bill. Full integration. This is why we built on Azure.</a:t>
            </a:r>
          </a:p>
          <a:p/>
          <a:p>
            <a:r>
              <a:t>AI and Machine Learning — we use four providers and eight models,</a:t>
            </a:r>
          </a:p>
          <a:p>
            <a:r>
              <a:t>with our custom RAG engine delivering 99% of the intelligence from structured data.</a:t>
            </a:r>
          </a:p>
          <a:p/>
          <a:p>
            <a:r>
              <a:t>Python 3.11 on the backend, Next.js and React on the frontend,</a:t>
            </a:r>
          </a:p>
          <a:p>
            <a:r>
              <a:t>Tailwind for the galaxy gradient UI that users love.</a:t>
            </a:r>
          </a:p>
          <a:p/>
          <a:p>
            <a:r>
              <a:t>Our development environment is Visual Studio Code, with Claude Code as our AI pair programmer,</a:t>
            </a:r>
          </a:p>
          <a:p>
            <a:r>
              <a:t>and GitHub Copilot for completion. This project was built at the intersection of</a:t>
            </a:r>
          </a:p>
          <a:p>
            <a:r>
              <a:t>human creativity and AI assistance.</a:t>
            </a:r>
          </a:p>
          <a:p/>
          <a:p>
            <a:r>
              <a:t>And our knowledge base is grounded in internationally recognized standards —</a:t>
            </a:r>
          </a:p>
          <a:p>
            <a:r>
              <a:t>ISCO-08, ESCO, O*NET — the same frameworks used by the ILO, EU, and US Department of Labor.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7 (90 seconds)</a:t>
            </a:r>
          </a:p>
          <a:p/>
          <a:p>
            <a:r>
              <a:t>This slide explains the core innovation that separates Alfalah AI from everything else.</a:t>
            </a:r>
          </a:p>
          <a:p/>
          <a:p>
            <a:r>
              <a:t>Every other AI career tool works the same way:</a:t>
            </a:r>
          </a:p>
          <a:p>
            <a:r>
              <a:t>Upload resume, ask ChatGPT to tell you what to do.</a:t>
            </a:r>
          </a:p>
          <a:p>
            <a:r>
              <a:t>The problem? ChatGPT makes things up. It will tell you the wrong visa route.</a:t>
            </a:r>
          </a:p>
          <a:p>
            <a:r>
              <a:t>It will fabricate salary numbers. It will give you labor laws that do not exist.</a:t>
            </a:r>
          </a:p>
          <a:p/>
          <a:p>
            <a:r>
              <a:t>We took a fundamentally different approach.</a:t>
            </a:r>
          </a:p>
          <a:p/>
          <a:p>
            <a:r>
              <a:t>We built what is called a Retrieval-Augmented Generation engine.</a:t>
            </a:r>
          </a:p>
          <a:p>
            <a:r>
              <a:t>Before the AI writes a single word, we retrieve authoritative structured data</a:t>
            </a:r>
          </a:p>
          <a:p>
            <a:r>
              <a:t>from our knowledge base — 28 files, over 1 million tokens of career science.</a:t>
            </a:r>
          </a:p>
          <a:p/>
          <a:p>
            <a:r>
              <a:t>For a software engineer in Pakistan applying to jobs in Canada —</a:t>
            </a:r>
          </a:p>
          <a:p>
            <a:r>
              <a:t>we retrieve the exact ISCO-08 classification for their role,</a:t>
            </a:r>
          </a:p>
          <a:p>
            <a:r>
              <a:t>the Canadian salary ranges from our structured data,</a:t>
            </a:r>
          </a:p>
          <a:p>
            <a:r>
              <a:t>the specific visa pathways from Pakistan to Canada with official government URLs,</a:t>
            </a:r>
          </a:p>
          <a:p>
            <a:r>
              <a:t>and the Ontario labor law requirements.</a:t>
            </a:r>
          </a:p>
          <a:p/>
          <a:p>
            <a:r>
              <a:t>THEN we send all of that to Azure OpenAI and say:</a:t>
            </a:r>
          </a:p>
          <a:p>
            <a:r>
              <a:t>"Format this into professional career guidance."</a:t>
            </a:r>
          </a:p>
          <a:p/>
          <a:p>
            <a:r>
              <a:t>The AI does not guess. The AI formats facts.</a:t>
            </a:r>
          </a:p>
          <a:p>
            <a:r>
              <a:t>That is why our outputs are accurate. That is why our visa routes are real.</a:t>
            </a:r>
          </a:p>
          <a:p>
            <a:r>
              <a:t>That is what we mean when we say: Zero hallucination.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8 (60 seconds)</a:t>
            </a:r>
          </a:p>
          <a:p/>
          <a:p>
            <a:r>
              <a:t>Microsoft's Responsible AI Standard has six principles.</a:t>
            </a:r>
          </a:p>
          <a:p>
            <a:r>
              <a:t>We did not just try to comply with them — we designed every architectural</a:t>
            </a:r>
          </a:p>
          <a:p>
            <a:r>
              <a:t>decision around them.</a:t>
            </a:r>
          </a:p>
          <a:p/>
          <a:p>
            <a:r>
              <a:t>Fairness: Our analysis never looks at age, gender, nationality, or background.</a:t>
            </a:r>
          </a:p>
          <a:p>
            <a:r>
              <a:t>It looks at skills, experience, and role requirements. Period.</a:t>
            </a:r>
          </a:p>
          <a:p/>
          <a:p>
            <a:r>
              <a:t>Reliability: Four AI providers, eight models. The platform stays up even if</a:t>
            </a:r>
          </a:p>
          <a:p>
            <a:r>
              <a:t>Azure OpenAI, Google, and xAI all have issues simultaneously.</a:t>
            </a:r>
          </a:p>
          <a:p/>
          <a:p>
            <a:r>
              <a:t>Privacy: Most platforms say "we do not sell your data." We say:</a:t>
            </a:r>
          </a:p>
          <a:p>
            <a:r>
              <a:t>"your data never exists in our system." There is nothing to sell because</a:t>
            </a:r>
          </a:p>
          <a:p>
            <a:r>
              <a:t>there is nothing stored.</a:t>
            </a:r>
          </a:p>
          <a:p/>
          <a:p>
            <a:r>
              <a:t>Security: Azure Key Vault for secrets. RBAC for access control.</a:t>
            </a:r>
          </a:p>
          <a:p>
            <a:r>
              <a:t>Content Safety on every output. This is enterprise-grade security on a free platform.</a:t>
            </a:r>
          </a:p>
          <a:p/>
          <a:p>
            <a:r>
              <a:t>Inclusiveness: We built specific career guides for youth aged 5 to 18,</a:t>
            </a:r>
          </a:p>
          <a:p>
            <a:r>
              <a:t>for seniors aged 55 and above re-entering the workforce,</a:t>
            </a:r>
          </a:p>
          <a:p>
            <a:r>
              <a:t>and for people with disabilities. Because "built for 8 billion" means everyone.</a:t>
            </a:r>
          </a:p>
          <a:p/>
          <a:p>
            <a:r>
              <a:t>Transparency: We publish our ATS scoring algorithm dimensions.</a:t>
            </a:r>
          </a:p>
          <a:p>
            <a:r>
              <a:t>We tell users exactly how their resume is being evaluated.</a:t>
            </a:r>
          </a:p>
          <a:p>
            <a:r>
              <a:t>No black box.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9 — LIVE DEMO (2-3 minutes)</a:t>
            </a:r>
          </a:p>
          <a:p/>
          <a:p>
            <a:r>
              <a:t>Now let me show you the platform live.</a:t>
            </a:r>
          </a:p>
          <a:p/>
          <a:p>
            <a:r>
              <a:t>[Open browser to shahzad-job-coach-ai.vercel.app]</a:t>
            </a:r>
          </a:p>
          <a:p/>
          <a:p>
            <a:r>
              <a:t>STEP 1: Notice the splash screen. The platform automatically detects your country</a:t>
            </a:r>
          </a:p>
          <a:p>
            <a:r>
              <a:t>via IP address. You can confirm it or choose from all 195 countries.</a:t>
            </a:r>
          </a:p>
          <a:p>
            <a:r>
              <a:t>Then you pick your industry. No account. No email. No password. You are in.</a:t>
            </a:r>
          </a:p>
          <a:p/>
          <a:p>
            <a:r>
              <a:t>STEP 2: I will paste a sample resume here. You can see it accepts plain text,</a:t>
            </a:r>
          </a:p>
          <a:p>
            <a:r>
              <a:t>PDF, and Word documents. Whatever format the user has.</a:t>
            </a:r>
          </a:p>
          <a:p/>
          <a:p>
            <a:r>
              <a:t>STEP 3: [Click Analyze] Watch the loading screen — this is</a:t>
            </a:r>
          </a:p>
          <a:p>
            <a:r>
              <a:t>the Azure Functions backend retrieving context from AI Search,</a:t>
            </a:r>
          </a:p>
          <a:p>
            <a:r>
              <a:t>assembling the RAG prompt, and calling GPT-4o-mini. Under 30 seconds.</a:t>
            </a:r>
          </a:p>
          <a:p/>
          <a:p>
            <a:r>
              <a:t>STEP 4: [Scroll through results] Look at the Resume Score — eight dimensions,</a:t>
            </a:r>
          </a:p>
          <a:p>
            <a:r>
              <a:t>each explained. Then the Recruiter POV — this is the 6-second hiring</a:t>
            </a:r>
          </a:p>
          <a:p>
            <a:r>
              <a:t>manager skim simulation. [Show Visa Pathways if cross-country]</a:t>
            </a:r>
          </a:p>
          <a:p/>
          <a:p>
            <a:r>
              <a:t>STEP 5: [Change country] Watch how the salary data changes to local currency.</a:t>
            </a:r>
          </a:p>
          <a:p>
            <a:r>
              <a:t>Watch how the visa pathways completely change. This is country-aware AI.</a:t>
            </a:r>
          </a:p>
          <a:p>
            <a:r>
              <a:t>No competitor does this for free, for 195 countries.</a:t>
            </a:r>
          </a:p>
          <a:p/>
          <a:p>
            <a:r>
              <a:t>STEP 6: [Scroll to live jobs] These are real job postings from Google Jobs,</a:t>
            </a:r>
          </a:p>
          <a:p>
            <a:r>
              <a:t>pulled in the last 7 days, filtered for this country and role.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10 (60 seconds)</a:t>
            </a:r>
          </a:p>
          <a:p/>
          <a:p>
            <a:r>
              <a:t>I want to put a human face on this platform.</a:t>
            </a:r>
          </a:p>
          <a:p/>
          <a:p>
            <a:r>
              <a:t>Fatima is 24 years old in Lahore, Pakistan. She has a Computer Science degree</a:t>
            </a:r>
          </a:p>
          <a:p>
            <a:r>
              <a:t>but zero professional career guidance available to her locally.</a:t>
            </a:r>
          </a:p>
          <a:p>
            <a:r>
              <a:t>In 30 seconds, Alfalah AI gives her a top-1% resume,</a:t>
            </a:r>
          </a:p>
          <a:p>
            <a:r>
              <a:t>a Canadian skilled worker visa pathway with official government URLs,</a:t>
            </a:r>
          </a:p>
          <a:p>
            <a:r>
              <a:t>and a word-for-word salary negotiation script. For free.</a:t>
            </a:r>
          </a:p>
          <a:p/>
          <a:p>
            <a:r>
              <a:t>Chukwu has been rejected 40 times and does not know why.</a:t>
            </a:r>
          </a:p>
          <a:p>
            <a:r>
              <a:t>Alfalah AI tells him exactly why — ATS rejection patterns —</a:t>
            </a:r>
          </a:p>
          <a:p>
            <a:r>
              <a:t>rewrites his resume, and tells him the 3 certifications he needs</a:t>
            </a:r>
          </a:p>
          <a:p>
            <a:r>
              <a:t>to break through.</a:t>
            </a:r>
          </a:p>
          <a:p/>
          <a:p>
            <a:r>
              <a:t>Priya is 45 and wants to pivot to data science after 15 years in another field.</a:t>
            </a:r>
          </a:p>
          <a:p>
            <a:r>
              <a:t>She gets a career pivot score, adjacent role analysis, and a 90-day roadmap.</a:t>
            </a:r>
          </a:p>
          <a:p/>
          <a:p>
            <a:r>
              <a:t>Sipho is 58. He is re-entering after a layoff. We built a specific</a:t>
            </a:r>
          </a:p>
          <a:p>
            <a:r>
              <a:t>accessibility guide for professionals 55 and above because</a:t>
            </a:r>
          </a:p>
          <a:p>
            <a:r>
              <a:t>"built for 8 billion" means everyone, including those the industry forgets.</a:t>
            </a:r>
          </a:p>
          <a:p/>
          <a:p>
            <a:r>
              <a:t>That is who this platform serves. That is why it had to be free.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11 (60 seconds)</a:t>
            </a:r>
          </a:p>
          <a:p/>
          <a:p>
            <a:r>
              <a:t>Someone will ask: why Azure? Why not AWS? Why not GCP?</a:t>
            </a:r>
          </a:p>
          <a:p/>
          <a:p>
            <a:r>
              <a:t>The answer is alignment. Not just technical alignment — values alignment.</a:t>
            </a:r>
          </a:p>
          <a:p/>
          <a:p>
            <a:r>
              <a:t>Microsoft's AI for Good initiative exists because Satya Nadella believes</a:t>
            </a:r>
          </a:p>
          <a:p>
            <a:r>
              <a:t>technology should serve humanity. That is exactly what we built.</a:t>
            </a:r>
          </a:p>
          <a:p/>
          <a:p>
            <a:r>
              <a:t>Azure's free tier on Static Web Apps and Functions means we can run</a:t>
            </a:r>
          </a:p>
          <a:p>
            <a:r>
              <a:t>a global platform at zero cost during development — critical for a</a:t>
            </a:r>
          </a:p>
          <a:p>
            <a:r>
              <a:t>free, not-for-profit tool.</a:t>
            </a:r>
          </a:p>
          <a:p/>
          <a:p>
            <a:r>
              <a:t>The integrated Azure AI stack — OpenAI, AI Search, Content Safety —</a:t>
            </a:r>
          </a:p>
          <a:p>
            <a:r>
              <a:t>meant we could build a responsible AI platform without stitching</a:t>
            </a:r>
          </a:p>
          <a:p>
            <a:r>
              <a:t>together five different vendors and five different trust frameworks.</a:t>
            </a:r>
          </a:p>
          <a:p/>
          <a:p>
            <a:r>
              <a:t>Azure's 60+ global regions mean that a user in Indonesia gets the same</a:t>
            </a:r>
          </a:p>
          <a:p>
            <a:r>
              <a:t>performance as a user in Seattle. That matters when you are serving 195 countries.</a:t>
            </a:r>
          </a:p>
          <a:p/>
          <a:p>
            <a:r>
              <a:t>And for this hackathon specifically — we are demonstrating the full Azure AI stack</a:t>
            </a:r>
          </a:p>
          <a:p>
            <a:r>
              <a:t>in a real production use case that serves real people.</a:t>
            </a:r>
          </a:p>
          <a:p>
            <a:r>
              <a:t>That is what this competition is designed to reward.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12 (60 seconds)</a:t>
            </a:r>
          </a:p>
          <a:p/>
          <a:p>
            <a:r>
              <a:t>We have already shipped two complete versions in production.</a:t>
            </a:r>
          </a:p>
          <a:p/>
          <a:p>
            <a:r>
              <a:t>V1 launched in early March 2026 — 12 modules, submitted to our first hackathon.</a:t>
            </a:r>
          </a:p>
          <a:p>
            <a:r>
              <a:t>V2 followed immediately — 17 modules, 195 countries, the full RAG engine,</a:t>
            </a:r>
          </a:p>
          <a:p>
            <a:r>
              <a:t>Gemini and Grok fallbacks. PWA-ready for mobile.</a:t>
            </a:r>
          </a:p>
          <a:p/>
          <a:p>
            <a:r>
              <a:t>V3 is what we are presenting today — the full Azure migration,</a:t>
            </a:r>
          </a:p>
          <a:p>
            <a:r>
              <a:t>Python backend, AI Search, Key Vault, and GRC framework.</a:t>
            </a:r>
          </a:p>
          <a:p/>
          <a:p>
            <a:r>
              <a:t>V4 is planned for Q3 2026 — React Native mobile app,</a:t>
            </a:r>
          </a:p>
          <a:p>
            <a:r>
              <a:t>Cosmos DB for analytics, and most importantly: multi-language support</a:t>
            </a:r>
          </a:p>
          <a:p>
            <a:r>
              <a:t>for 40+ languages. Because Arabic speakers, Hindi speakers,</a:t>
            </a:r>
          </a:p>
          <a:p>
            <a:r>
              <a:t>Swahili speakers deserve guidance in their own language.</a:t>
            </a:r>
          </a:p>
          <a:p/>
          <a:p>
            <a:r>
              <a:t>V5 closes out 2026 with alfalah.app live, Azure Marketplace listing,</a:t>
            </a:r>
          </a:p>
          <a:p>
            <a:r>
              <a:t>and a target of 1 million users.</a:t>
            </a:r>
          </a:p>
          <a:p/>
          <a:p>
            <a:r>
              <a:t>V4 is the next milestone: React Native mobile app for Android and iOS,</a:t>
            </a:r>
          </a:p>
          <a:p>
            <a:r>
              <a:t>Cosmos DB for anonymous analytics, and 40-language rollout —</a:t>
            </a:r>
          </a:p>
          <a:p>
            <a:r>
              <a:t>because Arabic speakers, Hindi speakers, Swahili speakers deserve</a:t>
            </a:r>
          </a:p>
          <a:p>
            <a:r>
              <a:t>guidance in their own language.</a:t>
            </a:r>
          </a:p>
          <a:p/>
          <a:p>
            <a:r>
              <a:t>V5 closes 2026 with alfalah.app live, Azure Marketplace listing,</a:t>
            </a:r>
          </a:p>
          <a:p>
            <a:r>
              <a:t>and a target of 1 million users served.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13 (45 seconds)</a:t>
            </a:r>
          </a:p>
          <a:p/>
          <a:p>
            <a:r>
              <a:t>I want to close the content portion of this presentation with what this project gives back.</a:t>
            </a:r>
          </a:p>
          <a:p/>
          <a:p>
            <a:r>
              <a:t>First — it is open source under MIT license. Every line of code, every knowledge file,</a:t>
            </a:r>
          </a:p>
          <a:p>
            <a:r>
              <a:t>every architectural decision is public at github.com/shahzadms7/v3.</a:t>
            </a:r>
          </a:p>
          <a:p>
            <a:r>
              <a:t>Any developer in any country can fork this and build a version for their community.</a:t>
            </a:r>
          </a:p>
          <a:p/>
          <a:p>
            <a:r>
              <a:t>Second — it is free forever. We have never charged for it.</a:t>
            </a:r>
          </a:p>
          <a:p>
            <a:r>
              <a:t>We will never charge for it. The mission is the product.</a:t>
            </a:r>
          </a:p>
          <a:p/>
          <a:p>
            <a:r>
              <a:t>Third — this is a complete, production-grade reference architecture for the full</a:t>
            </a:r>
          </a:p>
          <a:p>
            <a:r>
              <a:t>Azure AI stack. Azure Functions + Static Web Apps + OpenAI + AI Search +</a:t>
            </a:r>
          </a:p>
          <a:p>
            <a:r>
              <a:t>Key Vault + Content Safety — all working together, all documented,</a:t>
            </a:r>
          </a:p>
          <a:p>
            <a:r>
              <a:t>all available for the community to learn from.</a:t>
            </a:r>
          </a:p>
          <a:p/>
          <a:p>
            <a:r>
              <a:t>Fourth — it demonstrates that Responsible AI is not a theoretical principle.</a:t>
            </a:r>
          </a:p>
          <a:p>
            <a:r>
              <a:t>It is an architectural decision. Zero data storage. RAG grounding.</a:t>
            </a:r>
          </a:p>
          <a:p>
            <a:r>
              <a:t>Content Safety on every output. GRC compliance framework.</a:t>
            </a:r>
          </a:p>
          <a:p>
            <a:r>
              <a:t>These are not policies. They are design choices baked into every line of code.</a:t>
            </a:r>
          </a:p>
          <a:p/>
          <a:p>
            <a:r>
              <a:t>That is what we built. That is what we give back.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14 — CLOSING (45 seconds)</a:t>
            </a:r>
          </a:p>
          <a:p/>
          <a:p>
            <a:r>
              <a:t>I want to close with the name.</a:t>
            </a:r>
          </a:p>
          <a:p/>
          <a:p>
            <a:r>
              <a:t>Alfalah. الفلاح.</a:t>
            </a:r>
          </a:p>
          <a:p/>
          <a:p>
            <a:r>
              <a:t>In Arabic, in Urdu, in the Islamic tradition — this word means success.</a:t>
            </a:r>
          </a:p>
          <a:p>
            <a:r>
              <a:t>But not just personal success. Flourishing. The kind of success that</a:t>
            </a:r>
          </a:p>
          <a:p>
            <a:r>
              <a:t>comes from doing something meaningful for others.</a:t>
            </a:r>
          </a:p>
          <a:p/>
          <a:p>
            <a:r>
              <a:t>Every day, somewhere on this planet, a young person is rejected by an</a:t>
            </a:r>
          </a:p>
          <a:p>
            <a:r>
              <a:t>ATS system they do not understand. A professional is stuck in a country</a:t>
            </a:r>
          </a:p>
          <a:p>
            <a:r>
              <a:t>with no path forward. A parent is trying to give their children a better life</a:t>
            </a:r>
          </a:p>
          <a:p>
            <a:r>
              <a:t>but does not know where to start.</a:t>
            </a:r>
          </a:p>
          <a:p/>
          <a:p>
            <a:r>
              <a:t>We built this platform for them.</a:t>
            </a:r>
          </a:p>
          <a:p/>
          <a:p>
            <a:r>
              <a:t>Not with a complex enterprise contract. Not with a subscription.</a:t>
            </a:r>
          </a:p>
          <a:p>
            <a:r>
              <a:t>Not with a login page. Just: go to the website, upload your resume,</a:t>
            </a:r>
          </a:p>
          <a:p>
            <a:r>
              <a:t>and in 30 seconds — get the guidance that changes the trajectory of your career.</a:t>
            </a:r>
          </a:p>
          <a:p/>
          <a:p>
            <a:r>
              <a:t>That is what technology should do. That is what AI on Azure can do.</a:t>
            </a:r>
          </a:p>
          <a:p/>
          <a:p>
            <a:r>
              <a:t>Thank you. I am happy to take questions.</a:t>
            </a:r>
          </a:p>
          <a:p/>
          <a:p>
            <a:r>
              <a:t>[Pause. Smile. Let it land.]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15 — ARCHITECTURE DIAGRAM (60 seconds)</a:t>
            </a:r>
          </a:p>
          <a:p/>
          <a:p>
            <a:r>
              <a:t>This diagram shows the complete end-to-end architecture of Alfalah AI.</a:t>
            </a:r>
          </a:p>
          <a:p/>
          <a:p>
            <a:r>
              <a:t>Starting at the top — users from 195 countries access the platform through</a:t>
            </a:r>
          </a:p>
          <a:p>
            <a:r>
              <a:t>any browser or as a Progressive Web App. No installation. No account.</a:t>
            </a:r>
          </a:p>
          <a:p/>
          <a:p>
            <a:r>
              <a:t>Their request hits Azure Static Web Apps — served from the nearest global CDN edge node.</a:t>
            </a:r>
          </a:p>
          <a:p/>
          <a:p>
            <a:r>
              <a:t>From there, Azure Functions v2 handles all six API routes —</a:t>
            </a:r>
          </a:p>
          <a:p>
            <a:r>
              <a:t>career analysis, chat, jobs, location, health check, and file upload.</a:t>
            </a:r>
          </a:p>
          <a:p/>
          <a:p>
            <a:r>
              <a:t>The Functions connect to five Azure services:</a:t>
            </a:r>
          </a:p>
          <a:p>
            <a:r>
              <a:t>Azure OpenAI for primary AI inference, Azure AI Search for semantic retrieval</a:t>
            </a:r>
          </a:p>
          <a:p>
            <a:r>
              <a:t>from our knowledge base, Content Safety for output moderation,</a:t>
            </a:r>
          </a:p>
          <a:p>
            <a:r>
              <a:t>Key Vault for secrets management, and Application Insights for monitoring.</a:t>
            </a:r>
          </a:p>
          <a:p/>
          <a:p>
            <a:r>
              <a:t>Below that is our AI fallback chain — 4 providers, 8 models —</a:t>
            </a:r>
          </a:p>
          <a:p>
            <a:r>
              <a:t>so the platform never goes dark regardless of any single provider outage.</a:t>
            </a:r>
          </a:p>
          <a:p/>
          <a:p>
            <a:r>
              <a:t>The RAG knowledge engine holds 32 career files, 513 KB, 163 ISCO-08 occupations,</a:t>
            </a:r>
          </a:p>
          <a:p>
            <a:r>
              <a:t>416 skills, 195 countries, and 16,544 lines of code and documentation.</a:t>
            </a:r>
          </a:p>
          <a:p/>
          <a:p>
            <a:r>
              <a:t>At the bottom right are the development tools that built this:</a:t>
            </a:r>
          </a:p>
          <a:p>
            <a:r>
              <a:t>Claude Sonnet 4.6, Visual Studio Code, GitHub Actions, Azure CLI, and PowerShell.</a:t>
            </a:r>
          </a:p>
          <a:p/>
          <a:p>
            <a:r>
              <a:t>Everything. In one diagram.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5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Career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6888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5E7EB"/>
                </a:solidFill>
              </a:rPr>
              <a:t>Built for 8 Billion People  ·  100% Microsoft Azure  ·  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9E0B"/>
                </a:solidFill>
              </a:rPr>
              <a:t>"Come to Success — For Every Human on Earth"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Countries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AI Modules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436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Occupations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Cost Forever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Shahzad Muhammad  ·  Mississauga, Ontario, Canada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B35"/>
                </a:solidFill>
              </a:rPr>
              <a:t>1.4 Billion People. No Career Guidance. No Way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1.4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people unemployed or underemployed globally (ILO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job seekers in emerging markets NEVER received professional resume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$200–$500/hr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is what career coaches charge — unaffordable for most of the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resumes are rejected by ATS systems before a human ever sees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195 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but career tools only built for 3-5 wealthy 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free, truly global, AI-powered career platforms before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 career guidance industry is broken for most of humanity. We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78D4"/>
                </a:solidFill>
              </a:rPr>
              <a:t>One Platform. Every Human. Every Country. Free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📄 Resume (PDF/DOCX/TXT)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📋 Job Description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🌍 Your Country (195)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🏭 Your Industry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</a:rPr>
              <a:t>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2926080" cy="41148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AZURE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GPT-4o-mini (Primary)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Gemini 2.0 Flash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xAI Grok-4 (Fallback)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RAG: 28 knowledge files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436 ISCO-08 occupations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383280" cy="4114800"/>
          </a:xfrm>
          <a:prstGeom prst="rect">
            <a:avLst/>
          </a:prstGeom>
          <a:solidFill>
            <a:srgbClr val="03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17 MODULES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Resume Score + ATS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Cover Letter Top 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Skills Gap + Certs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Visa Pathways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Salary Negotiation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30-60-90 Action Plan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+ 11 more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⏱ Under 30 seconds  ·  🔒 Zero data stored  ·  💰 100% 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17 CAREER INTELLIGENCE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One analysis. Seventeen expert outputs. In under 30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ATS algorithm — 8 weighted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Recruiter POV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6-second hiring manager skim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Cover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Top-1% quality — quantified,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Impact-first restructure + ATS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Skills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Matched/missing + cert URLs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Interview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Q&amp;A sets — behavioral + technical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 metrics-driven behavioral examples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LinkedIn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Search-optimized About section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 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1, 2, 3-minute intros by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Matching Jobs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Titles, companies, 7-country boards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Visa Pathways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All immigration routes + govt URLs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Thank You 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Post-interview differentiator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Salary Negotiation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Market table + word-for-word scripts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30-60-90 day structured career plan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Cold Outreach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LinkedIn DM + cold email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Career Pivot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Adjacent roles + 90-day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Country Laws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Labor law + ATS compliance by country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+ Live Jobs  ·  ISCO-08 Similar Roles  ·  Top-1% Hiring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100% Microsoft Azure Cloud Ecosystem — rg-v3 · Canada East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33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BROWSER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447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195 countries · Any device · Zero install · Progressive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430000" cy="685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568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STATIC WEB APPS — Global CDN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React / Next.js · Auto-deploy from GitHub Actions · TLS 1.3 · Nearest edge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4300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797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FUNCTIONS v2 — Python Serverless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906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POST /career  ·  POST /chat  ·  POST /jobs  ·  GET /location  ·  GET /health  ·  POST /upload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265176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OpenAI
GPT-4o-mini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Primary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6517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AI Search
Semantic +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RAG 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265176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Key Vault
RBAC + 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566160"/>
            <a:ext cx="26517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Content Safety
Output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AI Safety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5486400" cy="9144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828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RAG KNOWLEDGE ENGINE — 28 Files · 1M+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436 occupations · 195 countries · 900+ skills · Future jobs 2026–2125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00600"/>
            <a:ext cx="5852160" cy="91440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AI FALLBACK CHAIN — 4 Providers · 8 Models · 99.9% Uptime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389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Azure OpenAI → Gemini KEY1 → Gemini KEY2 → xAI Grok-4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GitHub Actions CI/CD  ·  Zero downtime deploy  ·  Auto-scale to millions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— A TO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Every tool, platform, language, and service used to build Alfalah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CLOUD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Static Web Apps · Functions v2 · OpenAI Service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· Key Vault · Content Safety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Entra ID B2C · Cosmos DB · Monitor / App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GPT-4o-mini (Azure OpenAI) — Primary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Gemini 2.0 Flash / 1.5 Flash (Google AI Studio)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xAI Grok-4-latest — Final fallback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Custom RAG Engine — 99% structured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LANGUAGES &amp; RUNTIMES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3.11+ — Azure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JavaScript ES2022 / TypeScript 5.x — Frontend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HTML5 · CSS3 · Tailwind CSS 3.x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Bash / PowerShell — Deployment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4903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DEV TOOLS &amp;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Visual Studio Code — Primary 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Claude Code (Anthropic) — AI pair programmer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GitHub Copilot — Code completion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Core Tools v4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Postman — API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74903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FRAMEWORKS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Next.js 14 · React 18 · Tailwind CSS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Progressive Web App (W3C Standard)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ISCO-08 (ILO) · ESCO · O*NET · NOC · SOC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Microsoft Responsible AI Standard 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&amp; KNOWLEDGE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28 structured Markdown knowledge 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436 ISCO-08 occupations · 195 country packages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900+ skills A-Z · Future occupations 2026–2125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Serper.dev (Google Jobs) · ipapi.co (Geo)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KNOWLEDGE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99% Structured Career Science · 1% Azure OpenAI Formatting ·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What makes Alfalah AI different from every other AI career tool: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Every other AI career tool asks the LLM to guess — and LLMs hallucinate salary ranges, visa requirements, and labor laws.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Alfalah AI retrieves structured facts first, THEN asks the LLM to format them into professional language.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This means our salary data is correct. Our visa routes are accurate. Our labor laws are authoritative.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73736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ISCO-08
Occupations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26080"/>
            <a:ext cx="17373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Country
Data Packages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926080"/>
            <a:ext cx="17373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Skills
A-Z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173736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Knowledge
Base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926080"/>
            <a:ext cx="17373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Structured
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926080"/>
            <a:ext cx="173736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ESCO
Occupations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SOURCES: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0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ILO (ISCO-08)  ·  European Commission (ESCO)  ·  US Dept of Labor (O*NET)  ·  Statistics Canada (NOC)  ·  US BLS (SOC)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Azure AI Search — Semantic + Vector retrieval across all 28 files — top-k chunk retrieval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430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59E0B"/>
                </a:solidFill>
              </a:rPr>
              <a:t>"We did not build an AI that guesses. We built an AI that knows."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RESPONSIBLE AI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Microsoft Responsible AI Standard v2 · EU AI Act Aligned · GRC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Analysis based solely on skills, experience, and role requirements.
No demographic inference. No bias by nationality, age, or gender.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4-provider, 8-model fallback chain.
Platform never goes dark. 99.9%+ uptime guaranteed.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5778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Zero data storage by architecture — not just policy.
No resume. No PII. No session data.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Key Vault · RBAC · Content Safety · TLS 1.3
Input sanitization · Rate limiting · 50KB body guard.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55778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INCLUSIVENESS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195 countries · 15 industries · Accessibility guides
for youth (5-18), seniors (55+), and people with disabilities.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ATS scoring dimensions disclosed to users.
RAG sources cited. Full methodology published in /docs/.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Live: shahzad-job-coach-ai.vercel.app  |  API: govrag-v3-func.azurewebsites.net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— SPLASH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Show the 5-phase smart splash: IP auto-detection → country confirmed → industry selected.
Point out: 195-country coverage, zero login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6692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— UPLOAD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Paste or upload a sample resume. Show PDF/DOCX/TXT support.
Explain: extracted in memory — never written to disk.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566928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— 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Click Analyze. Show the 30-second loading state.
Explain the RAG pipeline running in Azure Functions.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— 17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through the results dashboard. Highlight:
• Resume Score with 8 dimensions
• Recruiter POV — 6-second simulation
• Visa Pathways — show for a cross-country example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6692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— COUNTRY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Change country. Show how salary data changes to local currency.
Show how visa pathways change. This is the differentiator.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66928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6 — LIVE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to live job postings — real listings from Google Jobs, last 7 days, country-filtered.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</a:rPr>
              <a:t>Who benefits. How. Why it matters for humanity.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🇵🇰 FATIMA, 24 — LAHORE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Computer Science graduate. Zero career guidance available locally.
Alfalah AI gives her a top-1% resume, a Canadian work visa pathway,
and a salary negotiation script — in 30 seconds.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🇳🇬 CHUKWU, 31 — LAGOS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Mechanical engineer. Rejected 40 times. Does not know why.
Alfalah AI shows him ATS rejection reasons, rewrites his resume
with impact-first bullets, and identifies 3 certifications he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🇮🇳 PRIYA, 45 — BANGALORE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15 years experience. Wants to pivot to data science.
Alfalah AI gives her a pivot score, adjacent role roadmap,
and a 90-day transition plan with specific upskilling milestones.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🇿🇦 SIPHO, 58 — JOHANNESBURG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Lost job in restructuring. 55+ re-entry is brutal.
Alfalah AI has a specific seniors career guide, identifies transferable
skills, and generates cold outreach templates for his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These are not hypothetical users. These are the 8 billion people this platform was built to serve.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Not just cloud infrastructure. A values-aligned partnership.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14813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AI FOR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Microsoft's AI for Good initiative aligns perfectly with our mission.
Azure enables free-tier infrastructure that makes a truly free global platform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164592" cy="14813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has 60+ regions globally — our users in 195 countries get
low-latency performance from their nearest Azure edge node.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64592" cy="14813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Content Safety, Key Vault, RBAC, and the Responsible AI Standard v2
gave us enterprise-grade trust infrastructure for a free public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164592" cy="14813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INTEGRATED AI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+ AI Search + Content Safety are deeply integrated.
No glue code between providers. One identity, one billing, one audit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64592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COMPLIANCE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Azure's compliance certifications — SOC2, ISO27001, GDPR, HIPAA —
mean our platform is enterprise-compliant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164592" cy="1481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HACKATHON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This project demonstrates the full Azure AI ecosystem in production:
Static Web Apps + Functions + OpenAI + AI Search + Key Vault = one cohesive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Where we have been. Where we are going.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12 AI career modules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Resume analysis + ATS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 live on Vercel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Submitted H1 Hackathon ($6K)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17 modules + RAG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195 countries + industry awareness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Gemini + Grok fallback chain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PWA mobile-ready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188720"/>
            <a:ext cx="21488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ACTIVE 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100% Azure cloud ecosystem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+ Key Vault + GRC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THIS PRESENTATION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1887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PLANNED 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React Native mobile 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Cosmos DB for analytics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Multi-language (40+ languages)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Voice input + accessibility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188720"/>
            <a:ext cx="2148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PLANNED 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alfalah.app domain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Marketplace listing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Enterprise API tier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 million users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Next: React Native mobile app · alfalah.app domain · Azure Marketplace listing · 40-language global rollout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COMMUNITY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59E0B"/>
                </a:solidFill>
              </a:rPr>
              <a:t>"Built for humanity. Open source. Free forever."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82880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OPEN SOURCE —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288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Full source code at github.com/shahzadms7/v3 — fork it, learn from it, build on it.
Any developer anywhere can extend this platform for their community.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816352"/>
            <a:ext cx="18288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FREE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0779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No subscription. No login. No paywall. No data harvested.
Every feature available to every professional in every country, at zero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95344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95344"/>
            <a:ext cx="1828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AZURE ECOSYSTEM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86783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 production reference architecture for Azure Static Web Apps + Functions + OpenAI +
AI Search + Key Vault + Content Safety — all working together at real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74336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974336"/>
            <a:ext cx="18288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38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RESPONSIBLE AI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65775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 Responsible AI Standard v2 implemented end-to-end.
Zero hallucination via RAG grounding. Privacy by architecture. GRC compliance framework.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govrag-v3-func.azurewebsites.net/api/health  ·  github.com/shahzadms7/v3  ·  shahzad-job-coach-ai.vercel.app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Come to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For every human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196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Platform: shahzad-job-coach-ai.vercel.app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3600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API: govrag-v3-func.azurewebsites.net/api/health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20056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Source: github.com/shahzadms7/v3  |  Architecture: ARCHITECTURE.md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Shahzad Muhammad  ·  Mississauga, Ontario, Canada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Built on Microsoft Azure  ·  Free Forever  ·  Open Source MIT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SYSTEM ARCHITECTURE —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</a:rPr>
              <a:t>Alfalah Job Career Intelligent AI 2026 V3  ·  100% Microsoft Azure  ·  govrag-v3-func.azurewebsites.net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1188720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